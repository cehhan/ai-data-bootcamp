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2E426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E42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BOOTCAMP · SQL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이커머스 데이터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추천 시스템 리포트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· 가격 · 평점 데이터를 결합한 5가지 추천 알고리즘 설계와 SQL 구현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1,465 → 1,348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정제 후 상품 수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9개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5623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대분류 카테고리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120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5개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5623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 알고리즘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DATA PIPELINE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정제 파이프라인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 SQL로 원본 CSV(amazon.csv)를 4단계로 정제해 amazon_clean 테이블을 만들었습니다.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타입 변환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discounted_price·actual_price → DECIMAL(10,2)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discount_percentage·rating·rating_count → FLOAT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(₹, %, 콤마 제거 · TRY_CAST로 깨진 값 방어)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05740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971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46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결측치 제거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703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rating·rating_count NULL 3건을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CSV로 백업 후 삭제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05740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971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246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카테고리 계층화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703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category를 '|' 기준 최대 7단계로 분리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category_lvl1~7, category_leaf 컬럼 생성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2057400"/>
            <a:ext cx="2724912" cy="3566160"/>
          </a:xfrm>
          <a:prstGeom prst="roundRect">
            <a:avLst>
              <a:gd name="adj" fmla="val 2685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23317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11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97180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2461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중복 제거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81160" y="3703320"/>
            <a:ext cx="22677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 중복 92건(206행)을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rating_count 최댓값 기준으로 단일화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1,465행 (1,351개 상품) →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1,348행 (1,348개 상품, 완전 중복 제거)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5가지 추천 시스템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36776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591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놓치면 아까운 상품들이에요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1508760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할인율(70%) + 평점(30%) 가중 점수로 카테고리별 균형 추천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69464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569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523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77977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상품과 닮은꼴이에요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2441448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세부 카테고리(lvl2) + 가격 유사도 기반 대체 상품 추천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₩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4564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37124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많이 아꼈어요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3374136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할인율(%)이 아닌 절약 금액(원) 기준 카테고리별 추천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06824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4645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남는 장사예요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306824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대비 평점(rating/price)이 가장 높은 가성비 추천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39512"/>
            <a:ext cx="11064240" cy="804672"/>
          </a:xfrm>
          <a:prstGeom prst="roundRect">
            <a:avLst>
              <a:gd name="adj" fmla="val 6818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⋮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5321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577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예산에 맞게 골라봤어요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5239512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 내 저가·중가·고가 3단 세그먼트별 추천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1 · 할인율 × 평점 밸런스 추천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놓치면 아까운 상품들이에요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고객이 최대한의 할인율을 적용받으면서도 평점으로 검증된 상품을 카테고리별로 균형 있게 추천합니다. 할인율(70%)과 평점(30%)을 min-max 정규화해 가중합으로 계산했습니다.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로직 (DuckDB SQL)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6309360" cy="4160520"/>
          </a:xfrm>
          <a:prstGeom prst="roundRect">
            <a:avLst>
              <a:gd name="adj" fmla="val 109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67712"/>
            <a:ext cx="590702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normalized AS 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product_id, product_name, category_lvl1,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discount_percentage, rating,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(discount_percentage - MIN(discount_percentage)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OVER (PARTITION BY category_lvl1))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 NULLIF(MAX(discount_percentage)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OVER (PARTITION BY category_lvl1)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MIN(discount_percentage)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OVER (PARTITION BY category_lvl1), 0) AS discount_norm,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(rating - MIN(rating) OVER (PARTITION BY category_lvl1))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 NULLIF(MAX(rating) OVER (PARTITION BY category_lvl1)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MIN(rating) OVER (PARTITION BY category_lvl1), 0) AS rating_norm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amazon_clean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scored AS 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 0.7*COALESCE(discount_norm,0.5)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+ 0.3*COALESCE(rating_norm,0.5) AS recommend_score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normalized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category_lvl1, product_id, product_name, recommend_score,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 OVER (PARTITION BY category_lvl1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recommend_score DESC) AS rank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scored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rank &lt;= 3;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샘플 (Electronics 카테고리)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21408"/>
          <a:ext cx="45262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731520"/>
                <a:gridCol w="64008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할인율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점수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LAPSTER 케이블 프로텍터 12개입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Fire-Boltt Ninja 스마트워치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Fire-Boltt Ninja 스마트워치(색상옵션)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086600" y="3977640"/>
            <a:ext cx="4526280" cy="2286000"/>
          </a:xfrm>
          <a:prstGeom prst="roundRect">
            <a:avLst>
              <a:gd name="adj" fmla="val 24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4087368"/>
            <a:ext cx="4206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 90%대 상품이 상위권을 차지하되, 평점 4.2 이상 검증된 상품만 걸러져 노출됩니다. 할인율만 볼 때보다 '싸구려 미검증 상품'이 섞일 위험이 줄어듭니다.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2 · 콘텐츠 기반 유사 상품 추천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상품과 닮은꼴이에요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상품과 세부 카테고리(category_lvl2)가 같은 상품 중, 가격 차이가 가장 적은 상품 3개를 self-join으로 찾아 '대체 상품'으로 추천합니다.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로직 (DuckDB SQL)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6309360" cy="4160520"/>
          </a:xfrm>
          <a:prstGeom prst="roundRect">
            <a:avLst>
              <a:gd name="adj" fmla="val 109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67712"/>
            <a:ext cx="590702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pairs AS (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a.product_id AS source_id, a.product_name AS source_name,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a.category_lvl2, b.product_id AS similar_id,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b.product_name AS similar_name,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b.discounted_price AS similar_price,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b.rating AS similar_rating,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ABS(a.discounted_price - b.discounted_price) AS price_diff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amazon_clean a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JOIN amazon_clean b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a.category_lvl2 = b.category_lvl2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a.product_id != b.product_id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source_id, source_name, similar_id, similar_name,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similar_price, similar_rating,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 OVER (PARTITION BY source_id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price_diff ASC) AS similarity_rank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pairs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similarity_rank &lt;= 3;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샘플 (Electronics 카테고리)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21408"/>
          <a:ext cx="452628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기준: D-Link 무선 USB 어댑터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TP-Link USB WiFi 어댑터(TL-WN725N)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TP-Link USB 블루투스 어댑터(UB500)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TP-Link WiFi 동글(TL-WN823N)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086600" y="3703320"/>
            <a:ext cx="4526280" cy="2560320"/>
          </a:xfrm>
          <a:prstGeom prst="roundRect">
            <a:avLst>
              <a:gd name="adj" fmla="val 2143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3813048"/>
            <a:ext cx="42062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category_leaf(207종, 72종은 상품 1개뿐)는 너무 세분화돼 매칭이 안 되는 경우가 많아, 한 단계 넓은 category_lvl2(NULL 없음)를 기준으로 채택했습니다. 대신 그룹이 커지면 '비슷함'의 의미가 흐려질 수 있어 가격 유사도로 재정렬했습니다.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3 · 절대 할인액 기준 추천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많이 아꼈어요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할인율(%)이 아니라 실제로 절약되는 금액(원)을 기준으로 카테고리별 Top3를 추천합니다. 같은 할인율이라도 원가가 비쌀수록 절약 체감이 크다는 점에 착안했습니다.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로직 (DuckDB SQL)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6309360" cy="4160520"/>
          </a:xfrm>
          <a:prstGeom prst="roundRect">
            <a:avLst>
              <a:gd name="adj" fmla="val 109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67712"/>
            <a:ext cx="590702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category_lvl1, product_id, product_name,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actual_price, discounted_price,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ROUND(actual_price - discounted_price, 2)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savings_amount,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discount_percentage, rating, rating_count,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 OVER (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category_lvl1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(actual_price - discounted_price) DESC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rank_in_category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amazon_clean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rank_in_category &lt;= 3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category_lvl1, rank_in_category;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샘플 (Electronics 카테고리)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21408"/>
          <a:ext cx="452628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91440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절약액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할인율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Sony Bravia 65" 4K TV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₹61,910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Galaxy S20 FE 5G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₹37,009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 55" 4K TV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₹35,010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086600" y="3566160"/>
            <a:ext cx="4526280" cy="2697480"/>
          </a:xfrm>
          <a:prstGeom prst="roundRect">
            <a:avLst>
              <a:gd name="adj" fmla="val 2034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3675888"/>
            <a:ext cx="4206240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고가 가전(TV·스마트폰)이 절약액 기준 상위를 독점합니다. 할인율 Top3(시스템1)와 겹치지 않는 상품들이 나와, '％로 보면 안 보이던 딜'을 발굴하는 보완적 역할을 합니다. Electronics·Computers&amp;Accessories처럼 고가 상품이 많은 카테고리에 유리하게 작동한다는 한계가 있습니다.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4 · 가격 대비 품질(가성비) 추천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남는 장사예요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가격 단위당 평점(rating ÷ discounted_price)이 가장 높은 상품을 카테고리별로 추천합니다. 세일 여부와 무관하게 '같은 돈이면 가장 만족도 높은 상품'을 찾습니다.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로직 (DuckDB SQL)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6309360" cy="4160520"/>
          </a:xfrm>
          <a:prstGeom prst="roundRect">
            <a:avLst>
              <a:gd name="adj" fmla="val 109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67712"/>
            <a:ext cx="590702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category_lvl1, product_id, product_name,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discounted_price, rating, rating_count,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ROUND(rating / discounted_price, 5) AS value_score,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ROW_NUMBER() OVER (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category_lvl1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(rating / discounted_price) DESC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AS rank_in_category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amazon_clean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QUALIFY rank_in_category &lt;= 3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category_lvl1, rank_in_category;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샘플 (Electronics 카테고리)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21408"/>
          <a:ext cx="452628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73152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리뷰수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STRIFF 마이크로 USB 케이블 프로텍터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Elv 모바일 폰 마운트 홀더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STRIFF 벽걸이 폰 홀더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086600" y="3566160"/>
            <a:ext cx="4526280" cy="2697480"/>
          </a:xfrm>
          <a:prstGeom prst="roundRect">
            <a:avLst>
              <a:gd name="adj" fmla="val 2034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3675888"/>
            <a:ext cx="4206240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액세서리가 상위를 차지하지만, 모두 리뷰 수 1,900건 이상으로 신뢰도가 확보된 상품입니다. 초저가+미검증 상품이 상위를 독점하는 왜곡은 이 데이터셋에서는 관찰되지 않았습니다(카테고리별 최소 리뷰 수 97건 이상 확보). 단, 가격이 극단적으로 낮은 카테고리에서는 로그 스케일 보정이 필요할 수 있습니다.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5 · 가격대별 세그먼트 추천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6217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예산에 맞게 골라봤어요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카테고리 안에서도 가격을 저가·중가·고가 3구간(NTILE)으로 나눠, 구간별로 평점이 가장 높은 상품을 추천합니다. 실제 이커머스의 가격 필터 UX에 가까운 방식입니다.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로직 (DuckDB SQL)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6309360" cy="4160520"/>
          </a:xfrm>
          <a:prstGeom prst="roundRect">
            <a:avLst>
              <a:gd name="adj" fmla="val 109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267712"/>
            <a:ext cx="5907024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tiered AS (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 NTILE(3) OVER (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PARTITION BY category_lvl1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BY discounted_price) AS price_tier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amazon_clean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ranked AS (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*,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price_tier WHEN 1 THEN '저가'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WHEN 2 THEN '중가' WHEN 3 THEN '고가' END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price_tier_label,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ROW_NUMBER() OVER (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category_lvl1, price_tier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rating DESC, rating_count DESC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rank_in_tier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tiered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category_lvl1, price_tier_label, product_id,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product_name, discounted_price, rating</a:t>
            </a:r>
            <a:endParaRPr lang="en-US" sz="9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ranked WHERE rank_in_tier = 1;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샘플 (Electronics 카테고리)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2121408"/>
          <a:ext cx="45262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78892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상품명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가격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ELV 폴더블 폰 스탠드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Spigen 강화유리(iPhone14 ProMax)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₹999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Sony Bravia 65" 4K TV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₹77,990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086600" y="3977640"/>
            <a:ext cx="4526280" cy="2286000"/>
          </a:xfrm>
          <a:prstGeom prst="roundRect">
            <a:avLst>
              <a:gd name="adj" fmla="val 2400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4087368"/>
            <a:ext cx="420624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상품이 1~2개뿐인 소수 카테고리(Toys&amp;Games 등 6개)는 저가 구간에만 결과가 몰리는 한계가 있습니다. 상품 수가 충분한 3대 카테고리(Electronics·Computers&amp;Accessories·Home&amp;Kitchen)에서 온전히 작동합니다.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7F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PROCESS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검토했지만 제외한 아이디어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구조를 실제로 검증한 뒤, 신호가 약하거나 전제가 맞지 않는 두 아이디어는 최종안에서 제외했습니다.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9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제외됨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아이템 기반 협업 필터링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9,050명 중 2개 이상 상품에 리뷰를 남긴 유저는 10%(911명)뿐. 리뷰 데이터가 실제 구매 이력이 아니라 '상품 페이지별 상위 리뷰 스냅샷'이라 co-occurrence 신호가 지나치게 희소했습니다.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2860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E9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제외됨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7889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브랜드/기기 중심 번들 추천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383280"/>
            <a:ext cx="4800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"기기를 사면서 액세서리를 산다"는 전제로 설계했지만, 데이터에 실제 '기기'(휴대폰·노트북) 상품이 거의 없고 액세서리만 존재해 전제 자체가 성립하지 않았습니다.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E426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정리 및 배운 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검증이 먼저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9164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rating 정렬은 리뷰 3~7건짜리 상품이 상위를 차지하는 함정이 있음을 확인 → 신뢰도 보정(Bayesian)의 필요성 발견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60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가정은 데이터로 검증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56032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Item-CF와 번들 추천은 아이디어 자체보다, 유저 겹침·기기 상품 존재 여부를 먼저 수치로 확인한 뒤 채택/제외 결정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429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데이터, 다른 관점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429000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할인율(%) vs 절약액(원) vs 가성비(rating/price)처럼, 같은 컬럼도 기준을 바꾸면 서로 다른 Top3가 나옴을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2E42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892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알고리즘을 하나의 통합 추천(앙상블) 점수로 결합하거나, category_lvl1 불균형(9개 중 6개가 소수 카테고리)을 보완하는 폴백 로직을 추가할 수 있습니다.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2026-09-02T15:19:24Z</dcterms:created>
  <dcterms:modified xsi:type="dcterms:W3CDTF">2026-09-02T15:19:24Z</dcterms:modified>
</cp:coreProperties>
</file>